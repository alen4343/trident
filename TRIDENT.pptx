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6600" b="1">
                <a:solidFill>
                  <a:srgbClr val="DDE6F0"/>
                </a:solidFill>
                <a:latin typeface="Segoe UI"/>
              </a:defRPr>
            </a:pPr>
            <a:r>
              <a:t>TRIDENT</a:t>
            </a:r>
          </a:p>
          <a:p>
            <a:pPr algn="l">
              <a:spcAft>
                <a:spcPts val="2000"/>
              </a:spcAft>
              <a:defRPr sz="1600" b="1">
                <a:solidFill>
                  <a:srgbClr val="22D3EE"/>
                </a:solidFill>
                <a:latin typeface="Consolas"/>
              </a:defRPr>
            </a:pPr>
            <a:r>
              <a:t>MARINE POLLUTION INTELLIGENCE</a:t>
            </a:r>
          </a:p>
          <a:p>
            <a:pPr algn="l">
              <a:spcAft>
                <a:spcPts val="2400"/>
              </a:spcAft>
              <a:defRPr sz="1500" b="0">
                <a:solidFill>
                  <a:srgbClr val="7B8EA3"/>
                </a:solidFill>
                <a:latin typeface="Consolas"/>
              </a:defRPr>
            </a:pPr>
            <a:r>
              <a:t>Detect  &gt;  Localise  &gt;  Attribute  &gt;  Forecast  &gt;  Dispatch  &gt;  Verify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PS-3Y-14  |  SDG 14 Life Below Water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DDE6F0"/>
                </a:solidFill>
                <a:latin typeface="Segoe UI"/>
              </a:defRPr>
            </a:pPr>
            <a:r>
              <a:t>Alen K Reji  ·  Chris Jossy Baptist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THE GAP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Detection is not the problem. Response is.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Everyone builds: upload -&gt; detect -&gt; label -&gt; report.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That tells you the ocean is dirty. You already knew.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A cleanup boat takes four hours to reach the site.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By then the debris has moved kilometres. The coordinates are already wrong.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Nobody asks where it came from.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Cleanup without attribution means it returns next week.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22D3EE"/>
                </a:solidFill>
                <a:latin typeface="Segoe UI"/>
              </a:defRPr>
            </a:pPr>
            <a:r>
              <a:t>So we built the loop, not the detector.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ARCHITECTURE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A closed response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DETECT     Three modalities, because pollution has no single signature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Countable debris (instance segmentation) · amorphous films, which have no edges to box (spectral indices) · and confusers, detected purely so they can be rejected.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LOCALISE   Camera pose -&gt; ray/water-plane intersection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A coordinate per object, not per photo. Plus ground sample distance, object size in cm, and real imaged water area.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ATTRIBUTE  The same integrator, run backwards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Hindcasts where the debris entered the water. Cleanup becomes accountability.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FORECAST   Lagrangian drift on live ocean currents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Where it will be when the boat actually arrives.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DISPATCH   Route to predicted positions, human approves every pickup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TWO SENSORS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Oil detected twice, by different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OPTICAL  -  photographs and drone frames, visible light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Oil is iridescent at low saturation, and it damps capillary waves, so a slick reads as a SMOOTH anomaly inside an otherwise wave-textured sea. Needs no training run at all. Also counts individual debris and scores algal bloom.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SAR  -  Sentinel-1 and PALSAR radar backscatter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Radar sees no colour. It sees that oil has flattened the sea surface, so the return drops. A trained DeepLabv3+ segmenter. Works at NIGHT, THROUGH CLOUD, and over whole coastlines.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They are kept deliberately separate, never merged.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Feeding a photograph to a model trained on radar backscatter returns a confident mask of nothing. Training also scores L-band and C-band separately: a model strong on one and weak on the other has learned a sensor, not oil.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DETECTION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We report what we 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On open water, natural features are mistaken for pollution more often than pollution is missed.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Sea foam, sun glint, vessel wakes, Sargassum, shallow seabed. This is why the MARIDA benchmark exists.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So confusers are scored against pollution on equal terms and reported as rejected.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With the discriminating reason, on screen. A severity score is only credible next to what it declined to count.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Oil has no edges. An object detector cannot find it.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Oil damps capillary waves, so a slick is a LOW-texture anomaly, and its film is iridescent at low saturation. Physics, not a bounding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SEVERITY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A number you can argue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Nobody else computes severity. They threshold a count.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MPSI is five weighted, individually inspectable components: density, hazard load, coverage, persistence, ecological sensitivity.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Every weight lives in one taxonomy file.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Persistence, mass, windage, entanglement and ingestion risk, toxicity, whether a drone may collect it unattended, scrap value. Retuning the system is a data edit.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A ghost net outscores twenty cardboard boxes, and the system can show you why.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Reported with a confidence band. A wide band means the imagery is the problem, not the water.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DRIFT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The part nobody else 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Live ocean current and wind, free, no API key.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Verified against the Arabian Sea off Kochi: 0.36 m/s southward.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Windage comes from the taxonomy, so buoyancy changes the forecast.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A styrofoam block rides high and takes 4.5% of the wind; a waterlogged net takes 0.5%. Released from the same pixel, they separate measurably in six hours.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Run the same integrator with a negative timestep and it becomes source attribution.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Forward = interception. Backward = who dumped it. One engine, one minus 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BBF24"/>
                </a:solidFill>
                <a:latin typeface="Segoe UI"/>
              </a:defRPr>
            </a:pPr>
            <a:r>
              <a:t>Measured: debris drifts 9.7 km in six hours. Routing to the photo's coordinates sends the boat to empty water.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SCALE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Why not just point a satellite at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Because a plastic bottle is forty times smaller than a Sentinel-2 pixel.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Sentinel-2 is 10 m per pixel. A bottle is 0.2 m. From orbit you can see oil slicks, algal blooms and large debris rafts - hectares wide. You cannot see litter.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And the revisit time is five days, while debris drifts 9.7 km in six hours.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By the next satellite pass it is 200 km away. A satellite fix alone is a stale coordinate.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So the real system is three tiers - and this is the roadmap.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SATELLITE screens wide area for slicks and rafts -&gt; DRONE confirms and gives object-level coordinates -&gt; BOAT collects. Our SAR mode is tier one; our optical mode is tier two; the mission planner is tier three.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Automated dispatch to the responsible authority is a webhook, not a research problem.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Severity crosses a threshold, the report and coordinates go out. Next on the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DISPATCH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Autonomy with a human in 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Waypoints target where debris WILL be at arrival, not where it was photographed.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Measured offset in our demo: 458 m. Capacity- and battery-constrained routing, with the current's drag on each leg.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Hard interlocks that force a human.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Wildlife in frame aborts collection. Ghost nets, drums and glass never auto-collect - the taxonomy says so, not a hardcoded list. Every decision and override is logged.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The executor talks only to a VehicleAdapter interface.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Swap one class and this flies real hardware over MAVLink. The simulator and the real vehicle are interchangeable - we did not fake a drone, we abstracted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BUILD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What is actually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FastAPI + PyTorch backend, React + MapLibre mission-control UI, live WebSocket telemetry.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55 tests passing. Satellite basemap. Two sensing modes: optical photographs, and a DeepLabv3+ oil segmenter over Sentinel-1 / PALSAR radar.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Radar and optical stay separate on purpose.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Optical reads an iridescent film in visible light. Radar reads oil flattening the sea surface. Feeding a photograph to a backscatter model returns a confident mask of nothing.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Every model assertion carries whether it is trustworthy.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Checkpoint provenance, positional uncertainty radius, severity confidence band - all the way to the screen.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22D3EE"/>
                </a:solidFill>
                <a:latin typeface="Consolas"/>
              </a:defRPr>
            </a:pPr>
            <a:r>
              <a:t>LIMITS</a:t>
            </a:r>
          </a:p>
          <a:p>
            <a:pPr algn="l">
              <a:spcAft>
                <a:spcPts val="0"/>
              </a:spcAft>
              <a:defRPr sz="3200" b="1">
                <a:solidFill>
                  <a:srgbClr val="DDE6F0"/>
                </a:solidFill>
                <a:latin typeface="Segoe UI"/>
              </a:defRPr>
            </a:pPr>
            <a:r>
              <a:t>What we would fix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The object detector is COCO-pretrained, not fine-tuned.</a:t>
            </a:r>
          </a:p>
          <a:p>
            <a:pPr algn="l">
              <a:spcAft>
                <a:spcPts val="1400"/>
              </a:spcAft>
              <a:defRPr sz="1300" b="0">
                <a:solidFill>
                  <a:srgbClr val="7B8EA3"/>
                </a:solidFill>
                <a:latin typeface="Segoe UI"/>
              </a:defRPr>
            </a:pPr>
            <a:r>
              <a:t>It finds bottles, cups and glassware; it misses small litter in wide aerial frames. Fine-tuning on TACO is the next step and the class mapping already exists for it.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The physics thresholds were fitted to synthetic scenes, not a labelled set.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DDE6F0"/>
                </a:solidFill>
                <a:latin typeface="Segoe UI"/>
              </a:defRPr>
            </a:pPr>
            <a:r>
              <a:t>The oil checkpoint is not yet trained to convergence - and the system says so on screen rather than hiding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22D3EE"/>
                </a:solidFill>
                <a:latin typeface="Segoe UI"/>
              </a:defRPr>
            </a:pPr>
            <a:r>
              <a:t>We would rather show you the gap than be caught in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000" b="1">
                <a:solidFill>
                  <a:srgbClr val="DDE6F0"/>
                </a:solidFill>
                <a:latin typeface="Segoe UI"/>
              </a:defRPr>
            </a:pPr>
            <a:r>
              <a:t>Everyone else tells you the ocean is dirty.</a:t>
            </a:r>
          </a:p>
          <a:p>
            <a:pPr algn="l">
              <a:spcAft>
                <a:spcPts val="200"/>
              </a:spcAft>
              <a:defRPr sz="2600" b="1">
                <a:solidFill>
                  <a:srgbClr val="22D3EE"/>
                </a:solidFill>
                <a:latin typeface="Segoe UI"/>
              </a:defRPr>
            </a:pPr>
            <a:r>
              <a:t>We tell you exactly where each piece is, where it came from,</a:t>
            </a:r>
          </a:p>
          <a:p>
            <a:pPr algn="l">
              <a:spcAft>
                <a:spcPts val="200"/>
              </a:spcAft>
              <a:defRPr sz="2600" b="1">
                <a:solidFill>
                  <a:srgbClr val="22D3EE"/>
                </a:solidFill>
                <a:latin typeface="Segoe UI"/>
              </a:defRPr>
            </a:pPr>
            <a:r>
              <a:t>where it will be in six hours, and we dispatch a boat to intercept it</a:t>
            </a:r>
          </a:p>
          <a:p>
            <a:pPr algn="l">
              <a:spcAft>
                <a:spcPts val="2200"/>
              </a:spcAft>
              <a:defRPr sz="2600" b="1">
                <a:solidFill>
                  <a:srgbClr val="22D3EE"/>
                </a:solidFill>
                <a:latin typeface="Segoe UI"/>
              </a:defRPr>
            </a:pPr>
            <a:r>
              <a:t>- with a human approving every pickup.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7B8EA3"/>
                </a:solidFill>
                <a:latin typeface="Consolas"/>
              </a:defRPr>
            </a:pPr>
            <a:r>
              <a:t>TRIDENT   ·   github.com/ALEN4343/trident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